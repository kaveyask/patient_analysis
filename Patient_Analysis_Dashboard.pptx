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108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15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778240" y="73152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01200" y="3566160"/>
            <a:ext cx="2011680" cy="20116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503920" y="5212080"/>
            <a:ext cx="1188720" cy="11887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ANALYTICS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984+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Patient-Analysis</a:t>
            </a:r>
            <a:endParaRPr lang="en-US" sz="40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 analyzed across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984 patients &amp; 29 states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 •  Demographics  •  Readmission  •  Cost  •  Satisfaction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806440"/>
            <a:ext cx="9144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144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KAVEYA 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470916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of this project is to analyze hospital patient-admission data — demographics, medical conditions, length of stay, cost and satisfaction — from January 2022 to February 2026, and transform raw operational records into meaningful healthcare insights using Excel.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patient-level dataset of 984 records with 18 attributes covering identity, demographics, clinical, stay, outcome and financial details was modeled into one interactive, decision-ready dashboard using Pivot Tables and slicers.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Helps: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20299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0" y="199796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1072" y="19293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Admissions &amp; Revenue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91072" y="218541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patient volume, cost &amp; trends over 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20299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06840" y="199796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54312" y="19293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Demographics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54312" y="218541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patients by age, gender &amp; state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344728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0" y="341528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33467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Readmission &amp; Recovery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91072" y="36027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readmission rate and recovery outcomes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06840" y="344728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006840" y="341528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54312" y="33467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Length of Stay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354312" y="360273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stay-duration patterns across patients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48646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0" y="483260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47640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Patient Satisfaction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91072" y="502005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average satisfaction &amp; feedback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06840" y="48646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006840" y="483260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54312" y="47640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Condition-Wise Analysis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354312" y="502005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volume across 15 medical conditions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Analysis Dashboard  |  Excel Analytics Project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generate large volumes of patient data every day across admissions, treatment, length of stay, billing and outcomes — often scattered across disconnected records that are difficult to interpret in raw form, making it hard for administrators to spot operational and cost issues quickly.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Aims To: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7588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364388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3575304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 Data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3831336"/>
            <a:ext cx="10716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984 patient records into one reliable model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24281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4210812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4142232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Admission Patterns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96112" y="4398264"/>
            <a:ext cx="10716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trends across age, gender, state &amp; time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80974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777740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4709160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Cost &amp; Stay Drivers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6112" y="4965192"/>
            <a:ext cx="10716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conditions with longer stays &amp; higher cost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37667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" y="5344668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5276088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Readmission &amp; Recovery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96112" y="5532120"/>
            <a:ext cx="10716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patients at risk of repeat admission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48640" y="5911596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" y="5843016"/>
            <a:ext cx="1071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Proactive Care Planning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96112" y="6099048"/>
            <a:ext cx="10716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faster, data-driven hospital decisions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Analysis Dashboard  |  Excel Analytics 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105156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 Records (18 attributes)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554480"/>
            <a:ext cx="3383280" cy="105156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43400" y="16276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2022 – Feb 2026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43400" y="2130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 Covered (admission to discharge)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931920" cy="105156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909560" y="16276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States  •  15 Conditions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09560" y="2130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clinical coverage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64240" cy="2971801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Identity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Patient_State, age_group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background 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Condition, Medication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 and treatment received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 &amp; Stay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Admission_Date, Discharge_Date, Length_of_Stay,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patient_stay_level, Year_of_Admission, Discharge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stay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&amp; Care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Readmission, Outcome,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&amp; care-quality indicators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Total_Cost, Insurance_Claimed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B2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and insurance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9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Analysis Dashboard  |  Excel Analytics Project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 Performed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08940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02082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Incomplete Rows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27685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8 blank / partial records from the raw sheet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86664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Duplicate IDs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6112" y="305409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every Patient_ID is unique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64388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57530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Text Fields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96112" y="383133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for state &amp; condition values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42112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435254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96112" y="460857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admission/discharge dates and numeric fields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2303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519836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512978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Scores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96112" y="538581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gaps in satisfaction &amp; outcome fields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21214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09360" y="208940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56832" y="20208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Age-Group Buckets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56832" y="22768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patients into Adult, Middle Age &amp; Senior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28986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09360" y="286664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56832" y="27980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Stay-Duration Buckets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56832" y="305409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Length_of_Stay into 5 duration bands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67588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09360" y="364388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56832" y="357530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Key Metrics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656832" y="383133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average cost &amp; satisfaction score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445312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09360" y="442112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56832" y="435254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Year Hierarchies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656832" y="460857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admission and revenue 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52303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09360" y="519836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56832" y="512978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Pivot Table Model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656832" y="538581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all fields for cross-filtered analysis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Analysis Dashboard  |  Excel Analytics Project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Features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24912" cy="146304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8653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228600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19272" y="1737360"/>
            <a:ext cx="2724912" cy="146304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83864" y="18653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83864" y="228600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9904" y="1737360"/>
            <a:ext cx="2724912" cy="146304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54496" y="18653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54496" y="228600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Charts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860536" y="1737360"/>
            <a:ext cx="2724912" cy="146304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025128" y="18653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25128" y="228600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 Charts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24912" cy="1463040"/>
          </a:xfrm>
          <a:prstGeom prst="rect">
            <a:avLst/>
          </a:prstGeom>
          <a:solidFill>
            <a:srgbClr val="F4FA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" y="33741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" y="379476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Charts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319272" y="3246120"/>
            <a:ext cx="2724912" cy="1463040"/>
          </a:xfrm>
          <a:prstGeom prst="rect">
            <a:avLst/>
          </a:prstGeom>
          <a:solidFill>
            <a:srgbClr val="F4FA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83864" y="33741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83864" y="379476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Charts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89904" y="3246120"/>
            <a:ext cx="2724912" cy="1463040"/>
          </a:xfrm>
          <a:prstGeom prst="rect">
            <a:avLst/>
          </a:prstGeom>
          <a:solidFill>
            <a:srgbClr val="F4FA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54496" y="33741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54496" y="379476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(Line + Column) Chart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860536" y="3246120"/>
            <a:ext cx="2724912" cy="1463040"/>
          </a:xfrm>
          <a:prstGeom prst="rect">
            <a:avLst/>
          </a:prstGeom>
          <a:solidFill>
            <a:srgbClr val="F4FA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025128" y="33741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25128" y="379476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Slicers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2724912" cy="146304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3232" y="4882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3232" y="530352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 Slicers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319272" y="4754880"/>
            <a:ext cx="2724912" cy="146304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83864" y="4882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483864" y="530352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089904" y="4754880"/>
            <a:ext cx="2724912" cy="146304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54496" y="4882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54496" y="530352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Formula-Based Measures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860536" y="4754880"/>
            <a:ext cx="2724912" cy="1463040"/>
          </a:xfrm>
          <a:prstGeom prst="rect">
            <a:avLst/>
          </a:prstGeom>
          <a:solidFill>
            <a:srgbClr val="EAF5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9025128" y="48828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025128" y="5303520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Design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Analysis Dashboard  |  Excel Analytics Project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Benefits &amp; Future Enhancements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208940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02082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Data-Driven Decisions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27685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see admission &amp; cost trends instantly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86664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79806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Bed &amp; Stay Planning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6112" y="305409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Stay-duration patterns support capacity planning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7588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64388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57530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Cost &amp; Insurance Tracking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96112" y="383133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view of billing and insurance-claim gaps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442112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435254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Readmission Monitoring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96112" y="460857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visibility into repeat-admission patterns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2303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519836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5129784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Patient Satisfaction Focus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96112" y="5385816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trends highlighted for care teams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09360" y="21214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09360" y="208940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56832" y="20208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Admission Tracking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656832" y="227685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live hospital records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289864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309360" y="286664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56832" y="27980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Readmission Model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656832" y="305409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patients before discharge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67588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09360" y="364388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56832" y="357530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Insurance Flagging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656832" y="383133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unclaimed eligible cases automatically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445312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09360" y="442112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656832" y="435254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on Feedback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656832" y="460857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read on patient satisfaction drivers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52303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09360" y="5198364"/>
            <a:ext cx="292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56832" y="512978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Hospital EHR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656832" y="5385816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across clinical systems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Analysis Dashboard  |  Excel Analytics Project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15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966960" y="3931920"/>
            <a:ext cx="3291840" cy="3291840"/>
          </a:xfrm>
          <a:prstGeom prst="ellipse">
            <a:avLst/>
          </a:prstGeom>
          <a:solidFill>
            <a:srgbClr val="015C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Patient Records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Care Decisions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Analysis Dashboard was built in Excel to analyze admissions, demographics, length of stay, cost and satisfaction across 984 patients. It delivers interactive, data-driven insight through KPI cards, Pivot Tables, slicers and cross-filtered charts in one consolidated view.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9144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577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KAVEYA 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848</Words>
  <Application>Microsoft Office PowerPoint</Application>
  <PresentationFormat>Widescreen</PresentationFormat>
  <Paragraphs>203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S0010019</cp:lastModifiedBy>
  <cp:revision>3</cp:revision>
  <dcterms:created xsi:type="dcterms:W3CDTF">2026-08-18T12:20:20Z</dcterms:created>
  <dcterms:modified xsi:type="dcterms:W3CDTF">2026-08-26T14:38:11Z</dcterms:modified>
</cp:coreProperties>
</file>